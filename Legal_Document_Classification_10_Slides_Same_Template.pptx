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3"/>
  </p:notesMasterIdLst>
  <p:sldIdLst>
    <p:sldId id="281" r:id="rId3"/>
    <p:sldId id="280" r:id="rId4"/>
    <p:sldId id="264" r:id="rId5"/>
    <p:sldId id="265" r:id="rId6"/>
    <p:sldId id="277" r:id="rId7"/>
    <p:sldId id="269" r:id="rId8"/>
    <p:sldId id="270" r:id="rId9"/>
    <p:sldId id="272" r:id="rId10"/>
    <p:sldId id="279"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72AABE-BEBC-43F8-892E-3C881BBE2885}">
          <p14:sldIdLst>
            <p14:sldId id="281"/>
            <p14:sldId id="280"/>
            <p14:sldId id="264"/>
            <p14:sldId id="265"/>
            <p14:sldId id="277"/>
            <p14:sldId id="269"/>
            <p14:sldId id="270"/>
            <p14:sldId id="272"/>
            <p14:sldId id="279"/>
            <p14:sldId id="25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9749"/>
    <a:srgbClr val="632523"/>
    <a:srgbClr val="EEECE1"/>
    <a:srgbClr val="FAFAFA"/>
    <a:srgbClr val="FFFFCC"/>
    <a:srgbClr val="FFFFFF"/>
    <a:srgbClr val="5B1F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81" d="100"/>
          <a:sy n="81" d="100"/>
        </p:scale>
        <p:origin x="725"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Shivaswamy" userId="86d7c246029051df" providerId="LiveId" clId="{EC84AC3E-40DD-475C-8396-E4D249618CD7}"/>
  </pc:docChgLst>
  <pc:docChgLst>
    <pc:chgData userId="f782280a63dfc4ba" providerId="LiveId" clId="{7E056024-0FA9-4565-95FE-0AFBB5226E74}"/>
    <pc:docChg chg="undo custSel addSld delSld modSld modSection">
      <pc:chgData name="" userId="f782280a63dfc4ba" providerId="LiveId" clId="{7E056024-0FA9-4565-95FE-0AFBB5226E74}" dt="2026-09-24T07:39:38.463" v="266" actId="14100"/>
      <pc:docMkLst>
        <pc:docMk/>
      </pc:docMkLst>
      <pc:sldChg chg="addSp delSp modSp">
        <pc:chgData name="" userId="f782280a63dfc4ba" providerId="LiveId" clId="{7E056024-0FA9-4565-95FE-0AFBB5226E74}" dt="2026-09-23T14:40:22.831" v="228" actId="1076"/>
        <pc:sldMkLst>
          <pc:docMk/>
          <pc:sldMk cId="0" sldId="258"/>
        </pc:sldMkLst>
        <pc:spChg chg="add mod">
          <ac:chgData name="" userId="f782280a63dfc4ba" providerId="LiveId" clId="{7E056024-0FA9-4565-95FE-0AFBB5226E74}" dt="2026-09-23T14:40:22.831" v="228" actId="1076"/>
          <ac:spMkLst>
            <pc:docMk/>
            <pc:sldMk cId="0" sldId="258"/>
            <ac:spMk id="7" creationId="{8B82D4B2-F0B0-4E18-9FD6-32B0E5E401AA}"/>
          </ac:spMkLst>
        </pc:spChg>
        <pc:spChg chg="add mod">
          <ac:chgData name="" userId="f782280a63dfc4ba" providerId="LiveId" clId="{7E056024-0FA9-4565-95FE-0AFBB5226E74}" dt="2026-09-23T14:40:22.831" v="228" actId="1076"/>
          <ac:spMkLst>
            <pc:docMk/>
            <pc:sldMk cId="0" sldId="258"/>
            <ac:spMk id="8" creationId="{191004EF-0E29-4DBE-B2FA-337008AADD53}"/>
          </ac:spMkLst>
        </pc:spChg>
        <pc:spChg chg="add mod">
          <ac:chgData name="" userId="f782280a63dfc4ba" providerId="LiveId" clId="{7E056024-0FA9-4565-95FE-0AFBB5226E74}" dt="2026-09-23T14:40:22.831" v="228" actId="1076"/>
          <ac:spMkLst>
            <pc:docMk/>
            <pc:sldMk cId="0" sldId="258"/>
            <ac:spMk id="11" creationId="{92C7A54E-2A02-426E-B610-73539AFF0BA6}"/>
          </ac:spMkLst>
        </pc:spChg>
        <pc:spChg chg="del mod">
          <ac:chgData name="" userId="f782280a63dfc4ba" providerId="LiveId" clId="{7E056024-0FA9-4565-95FE-0AFBB5226E74}" dt="2026-09-23T14:34:09.900" v="7"/>
          <ac:spMkLst>
            <pc:docMk/>
            <pc:sldMk cId="0" sldId="258"/>
            <ac:spMk id="14" creationId="{00000000-0000-0000-0000-000000000000}"/>
          </ac:spMkLst>
        </pc:spChg>
        <pc:spChg chg="add mod">
          <ac:chgData name="" userId="f782280a63dfc4ba" providerId="LiveId" clId="{7E056024-0FA9-4565-95FE-0AFBB5226E74}" dt="2026-09-23T14:40:22.831" v="228" actId="1076"/>
          <ac:spMkLst>
            <pc:docMk/>
            <pc:sldMk cId="0" sldId="258"/>
            <ac:spMk id="15" creationId="{1DF94238-CD24-4494-9BB3-A9CE801BB7E2}"/>
          </ac:spMkLst>
        </pc:spChg>
      </pc:sldChg>
      <pc:sldChg chg="addSp delSp modSp del">
        <pc:chgData name="" userId="f782280a63dfc4ba" providerId="LiveId" clId="{7E056024-0FA9-4565-95FE-0AFBB5226E74}" dt="2026-09-23T14:35:42.124" v="18" actId="2696"/>
        <pc:sldMkLst>
          <pc:docMk/>
          <pc:sldMk cId="0" sldId="263"/>
        </pc:sldMkLst>
        <pc:spChg chg="add mod">
          <ac:chgData name="" userId="f782280a63dfc4ba" providerId="LiveId" clId="{7E056024-0FA9-4565-95FE-0AFBB5226E74}" dt="2026-09-23T14:35:17.338" v="10" actId="478"/>
          <ac:spMkLst>
            <pc:docMk/>
            <pc:sldMk cId="0" sldId="263"/>
            <ac:spMk id="3" creationId="{DC93EE82-2FB0-4329-84C2-7F40516FE521}"/>
          </ac:spMkLst>
        </pc:spChg>
        <pc:spChg chg="del">
          <ac:chgData name="" userId="f782280a63dfc4ba" providerId="LiveId" clId="{7E056024-0FA9-4565-95FE-0AFBB5226E74}" dt="2026-09-23T14:35:17.338" v="10" actId="478"/>
          <ac:spMkLst>
            <pc:docMk/>
            <pc:sldMk cId="0" sldId="263"/>
            <ac:spMk id="5" creationId="{00000000-0000-0000-0000-000000000000}"/>
          </ac:spMkLst>
        </pc:spChg>
        <pc:spChg chg="del">
          <ac:chgData name="" userId="f782280a63dfc4ba" providerId="LiveId" clId="{7E056024-0FA9-4565-95FE-0AFBB5226E74}" dt="2026-09-23T14:35:17.338" v="10" actId="478"/>
          <ac:spMkLst>
            <pc:docMk/>
            <pc:sldMk cId="0" sldId="263"/>
            <ac:spMk id="7" creationId="{00000000-0000-0000-0000-000000000000}"/>
          </ac:spMkLst>
        </pc:spChg>
        <pc:spChg chg="add del">
          <ac:chgData name="" userId="f782280a63dfc4ba" providerId="LiveId" clId="{7E056024-0FA9-4565-95FE-0AFBB5226E74}" dt="2026-09-23T14:35:14.824" v="9"/>
          <ac:spMkLst>
            <pc:docMk/>
            <pc:sldMk cId="0" sldId="263"/>
            <ac:spMk id="11" creationId="{7B6DD131-0C44-462C-82A4-728818D2FCEF}"/>
          </ac:spMkLst>
        </pc:spChg>
        <pc:spChg chg="add del">
          <ac:chgData name="" userId="f782280a63dfc4ba" providerId="LiveId" clId="{7E056024-0FA9-4565-95FE-0AFBB5226E74}" dt="2026-09-23T14:35:14.824" v="9"/>
          <ac:spMkLst>
            <pc:docMk/>
            <pc:sldMk cId="0" sldId="263"/>
            <ac:spMk id="12" creationId="{FB3B599D-694D-4FC8-A89E-D98B27A4A6DA}"/>
          </ac:spMkLst>
        </pc:spChg>
        <pc:spChg chg="del">
          <ac:chgData name="" userId="f782280a63dfc4ba" providerId="LiveId" clId="{7E056024-0FA9-4565-95FE-0AFBB5226E74}" dt="2026-09-23T14:35:17.338" v="10" actId="478"/>
          <ac:spMkLst>
            <pc:docMk/>
            <pc:sldMk cId="0" sldId="263"/>
            <ac:spMk id="13" creationId="{00000000-0000-0000-0000-000000000000}"/>
          </ac:spMkLst>
        </pc:spChg>
        <pc:spChg chg="add del">
          <ac:chgData name="" userId="f782280a63dfc4ba" providerId="LiveId" clId="{7E056024-0FA9-4565-95FE-0AFBB5226E74}" dt="2026-09-23T14:35:14.824" v="9"/>
          <ac:spMkLst>
            <pc:docMk/>
            <pc:sldMk cId="0" sldId="263"/>
            <ac:spMk id="14" creationId="{F4E3A211-3CFB-4493-BF64-731CF9B9DD07}"/>
          </ac:spMkLst>
        </pc:spChg>
        <pc:spChg chg="add del">
          <ac:chgData name="" userId="f782280a63dfc4ba" providerId="LiveId" clId="{7E056024-0FA9-4565-95FE-0AFBB5226E74}" dt="2026-09-23T14:35:14.824" v="9"/>
          <ac:spMkLst>
            <pc:docMk/>
            <pc:sldMk cId="0" sldId="263"/>
            <ac:spMk id="15" creationId="{6B62443D-07E3-4647-A2BF-FEFBAC5F547C}"/>
          </ac:spMkLst>
        </pc:spChg>
        <pc:spChg chg="add del">
          <ac:chgData name="" userId="f782280a63dfc4ba" providerId="LiveId" clId="{7E056024-0FA9-4565-95FE-0AFBB5226E74}" dt="2026-09-23T14:35:14.824" v="9"/>
          <ac:spMkLst>
            <pc:docMk/>
            <pc:sldMk cId="0" sldId="263"/>
            <ac:spMk id="16" creationId="{3045A390-189B-4952-AA65-9516D194CDF5}"/>
          </ac:spMkLst>
        </pc:spChg>
        <pc:spChg chg="add del">
          <ac:chgData name="" userId="f782280a63dfc4ba" providerId="LiveId" clId="{7E056024-0FA9-4565-95FE-0AFBB5226E74}" dt="2026-09-23T14:35:14.824" v="9"/>
          <ac:spMkLst>
            <pc:docMk/>
            <pc:sldMk cId="0" sldId="263"/>
            <ac:spMk id="17" creationId="{F1DA0CA4-00A4-4723-B6B4-395B83454509}"/>
          </ac:spMkLst>
        </pc:spChg>
        <pc:spChg chg="add del">
          <ac:chgData name="" userId="f782280a63dfc4ba" providerId="LiveId" clId="{7E056024-0FA9-4565-95FE-0AFBB5226E74}" dt="2026-09-23T14:35:14.824" v="9"/>
          <ac:spMkLst>
            <pc:docMk/>
            <pc:sldMk cId="0" sldId="263"/>
            <ac:spMk id="18" creationId="{37A2E7FA-9A79-4225-A205-E29AF5675947}"/>
          </ac:spMkLst>
        </pc:spChg>
        <pc:spChg chg="add del">
          <ac:chgData name="" userId="f782280a63dfc4ba" providerId="LiveId" clId="{7E056024-0FA9-4565-95FE-0AFBB5226E74}" dt="2026-09-23T14:35:14.824" v="9"/>
          <ac:spMkLst>
            <pc:docMk/>
            <pc:sldMk cId="0" sldId="263"/>
            <ac:spMk id="19" creationId="{EFE2F9B9-4DAC-4A0C-8A3A-A486AB7EF1A2}"/>
          </ac:spMkLst>
        </pc:spChg>
        <pc:spChg chg="add del">
          <ac:chgData name="" userId="f782280a63dfc4ba" providerId="LiveId" clId="{7E056024-0FA9-4565-95FE-0AFBB5226E74}" dt="2026-09-23T14:35:14.824" v="9"/>
          <ac:spMkLst>
            <pc:docMk/>
            <pc:sldMk cId="0" sldId="263"/>
            <ac:spMk id="20" creationId="{8B580E10-11AC-4715-8342-341F74EF97A7}"/>
          </ac:spMkLst>
        </pc:spChg>
        <pc:spChg chg="add del">
          <ac:chgData name="" userId="f782280a63dfc4ba" providerId="LiveId" clId="{7E056024-0FA9-4565-95FE-0AFBB5226E74}" dt="2026-09-23T14:35:27.627" v="14"/>
          <ac:spMkLst>
            <pc:docMk/>
            <pc:sldMk cId="0" sldId="263"/>
            <ac:spMk id="22" creationId="{986F57D2-62AE-43CF-B282-D4E28CF90F39}"/>
          </ac:spMkLst>
        </pc:spChg>
        <pc:spChg chg="add del">
          <ac:chgData name="" userId="f782280a63dfc4ba" providerId="LiveId" clId="{7E056024-0FA9-4565-95FE-0AFBB5226E74}" dt="2026-09-23T14:35:27.627" v="14"/>
          <ac:spMkLst>
            <pc:docMk/>
            <pc:sldMk cId="0" sldId="263"/>
            <ac:spMk id="23" creationId="{89E8E7DD-EF47-412D-AC02-38C640703726}"/>
          </ac:spMkLst>
        </pc:spChg>
        <pc:spChg chg="add del">
          <ac:chgData name="" userId="f782280a63dfc4ba" providerId="LiveId" clId="{7E056024-0FA9-4565-95FE-0AFBB5226E74}" dt="2026-09-23T14:35:27.627" v="14"/>
          <ac:spMkLst>
            <pc:docMk/>
            <pc:sldMk cId="0" sldId="263"/>
            <ac:spMk id="24" creationId="{A9672863-76D1-4159-AAE3-D01905ECC50C}"/>
          </ac:spMkLst>
        </pc:spChg>
        <pc:spChg chg="add del mod">
          <ac:chgData name="" userId="f782280a63dfc4ba" providerId="LiveId" clId="{7E056024-0FA9-4565-95FE-0AFBB5226E74}" dt="2026-09-23T14:35:27.627" v="14"/>
          <ac:spMkLst>
            <pc:docMk/>
            <pc:sldMk cId="0" sldId="263"/>
            <ac:spMk id="25" creationId="{244DCD9F-A735-493B-83F0-61F186A1F831}"/>
          </ac:spMkLst>
        </pc:spChg>
        <pc:spChg chg="add del">
          <ac:chgData name="" userId="f782280a63dfc4ba" providerId="LiveId" clId="{7E056024-0FA9-4565-95FE-0AFBB5226E74}" dt="2026-09-23T14:35:27.627" v="14"/>
          <ac:spMkLst>
            <pc:docMk/>
            <pc:sldMk cId="0" sldId="263"/>
            <ac:spMk id="26" creationId="{9E29B7C7-1143-494A-9B4A-CF653021D135}"/>
          </ac:spMkLst>
        </pc:spChg>
        <pc:spChg chg="del">
          <ac:chgData name="" userId="f782280a63dfc4ba" providerId="LiveId" clId="{7E056024-0FA9-4565-95FE-0AFBB5226E74}" dt="2026-09-23T14:35:17.338" v="10" actId="478"/>
          <ac:spMkLst>
            <pc:docMk/>
            <pc:sldMk cId="0" sldId="263"/>
            <ac:spMk id="27" creationId="{E218EFDF-FA19-2E24-3B90-31C017644C23}"/>
          </ac:spMkLst>
        </pc:spChg>
        <pc:spChg chg="del">
          <ac:chgData name="" userId="f782280a63dfc4ba" providerId="LiveId" clId="{7E056024-0FA9-4565-95FE-0AFBB5226E74}" dt="2026-09-23T14:35:17.338" v="10" actId="478"/>
          <ac:spMkLst>
            <pc:docMk/>
            <pc:sldMk cId="0" sldId="263"/>
            <ac:spMk id="28" creationId="{4902ACBB-D2BF-D229-A02A-094762454B67}"/>
          </ac:spMkLst>
        </pc:spChg>
        <pc:spChg chg="del">
          <ac:chgData name="" userId="f782280a63dfc4ba" providerId="LiveId" clId="{7E056024-0FA9-4565-95FE-0AFBB5226E74}" dt="2026-09-23T14:35:17.338" v="10" actId="478"/>
          <ac:spMkLst>
            <pc:docMk/>
            <pc:sldMk cId="0" sldId="263"/>
            <ac:spMk id="29" creationId="{44FBBBD3-CAF3-864D-4D07-17D1ACA8B77B}"/>
          </ac:spMkLst>
        </pc:spChg>
        <pc:spChg chg="del">
          <ac:chgData name="" userId="f782280a63dfc4ba" providerId="LiveId" clId="{7E056024-0FA9-4565-95FE-0AFBB5226E74}" dt="2026-09-23T14:35:17.338" v="10" actId="478"/>
          <ac:spMkLst>
            <pc:docMk/>
            <pc:sldMk cId="0" sldId="263"/>
            <ac:spMk id="30" creationId="{E5C9F226-44E6-104A-9996-16AE0B20DA9F}"/>
          </ac:spMkLst>
        </pc:spChg>
        <pc:spChg chg="add del">
          <ac:chgData name="" userId="f782280a63dfc4ba" providerId="LiveId" clId="{7E056024-0FA9-4565-95FE-0AFBB5226E74}" dt="2026-09-23T14:35:27.627" v="14"/>
          <ac:spMkLst>
            <pc:docMk/>
            <pc:sldMk cId="0" sldId="263"/>
            <ac:spMk id="31" creationId="{A1E4525C-A6A1-4EE6-A57B-AABA73CDCCAB}"/>
          </ac:spMkLst>
        </pc:spChg>
        <pc:spChg chg="del">
          <ac:chgData name="" userId="f782280a63dfc4ba" providerId="LiveId" clId="{7E056024-0FA9-4565-95FE-0AFBB5226E74}" dt="2026-09-23T14:35:17.338" v="10" actId="478"/>
          <ac:spMkLst>
            <pc:docMk/>
            <pc:sldMk cId="0" sldId="263"/>
            <ac:spMk id="32" creationId="{3A41AB14-4B57-B571-6146-0014C34FFFC0}"/>
          </ac:spMkLst>
        </pc:spChg>
        <pc:spChg chg="del">
          <ac:chgData name="" userId="f782280a63dfc4ba" providerId="LiveId" clId="{7E056024-0FA9-4565-95FE-0AFBB5226E74}" dt="2026-09-23T14:35:17.338" v="10" actId="478"/>
          <ac:spMkLst>
            <pc:docMk/>
            <pc:sldMk cId="0" sldId="263"/>
            <ac:spMk id="33" creationId="{7CBA4972-C040-9FB8-7DF7-19B4F4C1099C}"/>
          </ac:spMkLst>
        </pc:spChg>
        <pc:spChg chg="add del">
          <ac:chgData name="" userId="f782280a63dfc4ba" providerId="LiveId" clId="{7E056024-0FA9-4565-95FE-0AFBB5226E74}" dt="2026-09-23T14:35:27.627" v="14"/>
          <ac:spMkLst>
            <pc:docMk/>
            <pc:sldMk cId="0" sldId="263"/>
            <ac:spMk id="34" creationId="{F3992016-910F-40D1-9EB3-5EF8337DDA2D}"/>
          </ac:spMkLst>
        </pc:spChg>
        <pc:spChg chg="add del">
          <ac:chgData name="" userId="f782280a63dfc4ba" providerId="LiveId" clId="{7E056024-0FA9-4565-95FE-0AFBB5226E74}" dt="2026-09-23T14:35:27.627" v="14"/>
          <ac:spMkLst>
            <pc:docMk/>
            <pc:sldMk cId="0" sldId="263"/>
            <ac:spMk id="35" creationId="{169636D0-2426-45B2-82D2-7557BE318AA8}"/>
          </ac:spMkLst>
        </pc:spChg>
        <pc:spChg chg="add del">
          <ac:chgData name="" userId="f782280a63dfc4ba" providerId="LiveId" clId="{7E056024-0FA9-4565-95FE-0AFBB5226E74}" dt="2026-09-23T14:35:27.627" v="14"/>
          <ac:spMkLst>
            <pc:docMk/>
            <pc:sldMk cId="0" sldId="263"/>
            <ac:spMk id="36" creationId="{ECFFC87E-1A20-4571-8759-9F7434A33D26}"/>
          </ac:spMkLst>
        </pc:spChg>
        <pc:spChg chg="add del">
          <ac:chgData name="" userId="f782280a63dfc4ba" providerId="LiveId" clId="{7E056024-0FA9-4565-95FE-0AFBB5226E74}" dt="2026-09-23T14:35:31.794" v="16"/>
          <ac:spMkLst>
            <pc:docMk/>
            <pc:sldMk cId="0" sldId="263"/>
            <ac:spMk id="37" creationId="{02DBD445-6E3A-407A-BFC5-5E25BE1C5252}"/>
          </ac:spMkLst>
        </pc:spChg>
        <pc:spChg chg="add del">
          <ac:chgData name="" userId="f782280a63dfc4ba" providerId="LiveId" clId="{7E056024-0FA9-4565-95FE-0AFBB5226E74}" dt="2026-09-23T14:35:31.794" v="16"/>
          <ac:spMkLst>
            <pc:docMk/>
            <pc:sldMk cId="0" sldId="263"/>
            <ac:spMk id="38" creationId="{76437479-A5F9-4B29-9801-E70F7F83B1A7}"/>
          </ac:spMkLst>
        </pc:spChg>
        <pc:spChg chg="add del">
          <ac:chgData name="" userId="f782280a63dfc4ba" providerId="LiveId" clId="{7E056024-0FA9-4565-95FE-0AFBB5226E74}" dt="2026-09-23T14:35:31.794" v="16"/>
          <ac:spMkLst>
            <pc:docMk/>
            <pc:sldMk cId="0" sldId="263"/>
            <ac:spMk id="39" creationId="{88F3A87F-3E02-4F4D-A2C4-5E8B6BC85F67}"/>
          </ac:spMkLst>
        </pc:spChg>
        <pc:spChg chg="add del">
          <ac:chgData name="" userId="f782280a63dfc4ba" providerId="LiveId" clId="{7E056024-0FA9-4565-95FE-0AFBB5226E74}" dt="2026-09-23T14:35:31.794" v="16"/>
          <ac:spMkLst>
            <pc:docMk/>
            <pc:sldMk cId="0" sldId="263"/>
            <ac:spMk id="40" creationId="{2B9D5737-3C1B-4138-AFFB-2D07641A64D1}"/>
          </ac:spMkLst>
        </pc:spChg>
        <pc:spChg chg="add del">
          <ac:chgData name="" userId="f782280a63dfc4ba" providerId="LiveId" clId="{7E056024-0FA9-4565-95FE-0AFBB5226E74}" dt="2026-09-23T14:35:31.794" v="16"/>
          <ac:spMkLst>
            <pc:docMk/>
            <pc:sldMk cId="0" sldId="263"/>
            <ac:spMk id="41" creationId="{DA47EC50-72E3-442A-9669-5060D8401D94}"/>
          </ac:spMkLst>
        </pc:spChg>
        <pc:spChg chg="add del">
          <ac:chgData name="" userId="f782280a63dfc4ba" providerId="LiveId" clId="{7E056024-0FA9-4565-95FE-0AFBB5226E74}" dt="2026-09-23T14:35:31.794" v="16"/>
          <ac:spMkLst>
            <pc:docMk/>
            <pc:sldMk cId="0" sldId="263"/>
            <ac:spMk id="42" creationId="{BE2A834E-684C-4B64-8AFD-B422920B12E9}"/>
          </ac:spMkLst>
        </pc:spChg>
        <pc:spChg chg="add del">
          <ac:chgData name="" userId="f782280a63dfc4ba" providerId="LiveId" clId="{7E056024-0FA9-4565-95FE-0AFBB5226E74}" dt="2026-09-23T14:35:31.794" v="16"/>
          <ac:spMkLst>
            <pc:docMk/>
            <pc:sldMk cId="0" sldId="263"/>
            <ac:spMk id="43" creationId="{FC72E2A2-12DC-4399-A329-7D1C6E0FCA1B}"/>
          </ac:spMkLst>
        </pc:spChg>
        <pc:spChg chg="add del">
          <ac:chgData name="" userId="f782280a63dfc4ba" providerId="LiveId" clId="{7E056024-0FA9-4565-95FE-0AFBB5226E74}" dt="2026-09-23T14:35:31.794" v="16"/>
          <ac:spMkLst>
            <pc:docMk/>
            <pc:sldMk cId="0" sldId="263"/>
            <ac:spMk id="44" creationId="{8D9DA9E5-6830-476A-B544-5495DA475026}"/>
          </ac:spMkLst>
        </pc:spChg>
        <pc:spChg chg="add del">
          <ac:chgData name="" userId="f782280a63dfc4ba" providerId="LiveId" clId="{7E056024-0FA9-4565-95FE-0AFBB5226E74}" dt="2026-09-23T14:35:31.794" v="16"/>
          <ac:spMkLst>
            <pc:docMk/>
            <pc:sldMk cId="0" sldId="263"/>
            <ac:spMk id="45" creationId="{4E8B4E0F-C3C0-4AEB-83B3-F6D5DE03DE4E}"/>
          </ac:spMkLst>
        </pc:spChg>
      </pc:sldChg>
      <pc:sldChg chg="modSp">
        <pc:chgData name="" userId="f782280a63dfc4ba" providerId="LiveId" clId="{7E056024-0FA9-4565-95FE-0AFBB5226E74}" dt="2026-09-24T07:39:38.463" v="266" actId="14100"/>
        <pc:sldMkLst>
          <pc:docMk/>
          <pc:sldMk cId="0" sldId="270"/>
        </pc:sldMkLst>
        <pc:spChg chg="mod">
          <ac:chgData name="" userId="f782280a63dfc4ba" providerId="LiveId" clId="{7E056024-0FA9-4565-95FE-0AFBB5226E74}" dt="2026-09-24T07:39:12.439" v="264" actId="1076"/>
          <ac:spMkLst>
            <pc:docMk/>
            <pc:sldMk cId="0" sldId="270"/>
            <ac:spMk id="11" creationId="{00000000-0000-0000-0000-000000000000}"/>
          </ac:spMkLst>
        </pc:spChg>
        <pc:spChg chg="mod">
          <ac:chgData name="" userId="f782280a63dfc4ba" providerId="LiveId" clId="{7E056024-0FA9-4565-95FE-0AFBB5226E74}" dt="2026-09-24T07:39:38.463" v="266" actId="14100"/>
          <ac:spMkLst>
            <pc:docMk/>
            <pc:sldMk cId="0" sldId="270"/>
            <ac:spMk id="14" creationId="{00000000-0000-0000-0000-000000000000}"/>
          </ac:spMkLst>
        </pc:spChg>
      </pc:sldChg>
      <pc:sldChg chg="modSp">
        <pc:chgData name="" userId="f782280a63dfc4ba" providerId="LiveId" clId="{7E056024-0FA9-4565-95FE-0AFBB5226E74}" dt="2026-09-23T14:33:53.275" v="4"/>
        <pc:sldMkLst>
          <pc:docMk/>
          <pc:sldMk cId="0" sldId="272"/>
        </pc:sldMkLst>
        <pc:graphicFrameChg chg="mod">
          <ac:chgData name="" userId="f782280a63dfc4ba" providerId="LiveId" clId="{7E056024-0FA9-4565-95FE-0AFBB5226E74}" dt="2026-09-23T14:33:53.275" v="4"/>
          <ac:graphicFrameMkLst>
            <pc:docMk/>
            <pc:sldMk cId="0" sldId="272"/>
            <ac:graphicFrameMk id="14" creationId="{00000000-0000-0000-0000-000000000000}"/>
          </ac:graphicFrameMkLst>
        </pc:graphicFrameChg>
      </pc:sldChg>
      <pc:sldChg chg="modSp">
        <pc:chgData name="" userId="f782280a63dfc4ba" providerId="LiveId" clId="{7E056024-0FA9-4565-95FE-0AFBB5226E74}" dt="2026-09-23T14:44:32.662" v="263" actId="20577"/>
        <pc:sldMkLst>
          <pc:docMk/>
          <pc:sldMk cId="0" sldId="277"/>
        </pc:sldMkLst>
        <pc:spChg chg="mod">
          <ac:chgData name="" userId="f782280a63dfc4ba" providerId="LiveId" clId="{7E056024-0FA9-4565-95FE-0AFBB5226E74}" dt="2026-09-23T14:44:32.662" v="263" actId="20577"/>
          <ac:spMkLst>
            <pc:docMk/>
            <pc:sldMk cId="0" sldId="277"/>
            <ac:spMk id="4" creationId="{00000000-0000-0000-0000-000000000000}"/>
          </ac:spMkLst>
        </pc:spChg>
      </pc:sldChg>
      <pc:sldChg chg="addSp modSp add">
        <pc:chgData name="" userId="f782280a63dfc4ba" providerId="LiveId" clId="{7E056024-0FA9-4565-95FE-0AFBB5226E74}" dt="2026-09-23T14:43:16.196" v="246"/>
        <pc:sldMkLst>
          <pc:docMk/>
          <pc:sldMk cId="2720082691" sldId="281"/>
        </pc:sldMkLst>
        <pc:spChg chg="add">
          <ac:chgData name="" userId="f782280a63dfc4ba" providerId="LiveId" clId="{7E056024-0FA9-4565-95FE-0AFBB5226E74}" dt="2026-09-23T14:35:43.448" v="19"/>
          <ac:spMkLst>
            <pc:docMk/>
            <pc:sldMk cId="2720082691" sldId="281"/>
            <ac:spMk id="3" creationId="{273D4E9E-E279-4AF8-87B5-8EF0AA691B75}"/>
          </ac:spMkLst>
        </pc:spChg>
        <pc:spChg chg="add">
          <ac:chgData name="" userId="f782280a63dfc4ba" providerId="LiveId" clId="{7E056024-0FA9-4565-95FE-0AFBB5226E74}" dt="2026-09-23T14:35:43.448" v="19"/>
          <ac:spMkLst>
            <pc:docMk/>
            <pc:sldMk cId="2720082691" sldId="281"/>
            <ac:spMk id="4" creationId="{D01082DC-4171-40E7-8B6F-E91ED2CA4000}"/>
          </ac:spMkLst>
        </pc:spChg>
        <pc:spChg chg="add">
          <ac:chgData name="" userId="f782280a63dfc4ba" providerId="LiveId" clId="{7E056024-0FA9-4565-95FE-0AFBB5226E74}" dt="2026-09-23T14:35:43.448" v="19"/>
          <ac:spMkLst>
            <pc:docMk/>
            <pc:sldMk cId="2720082691" sldId="281"/>
            <ac:spMk id="5" creationId="{F26C2EE0-74D4-4F3D-A275-E522B01F074A}"/>
          </ac:spMkLst>
        </pc:spChg>
        <pc:spChg chg="add mod">
          <ac:chgData name="" userId="f782280a63dfc4ba" providerId="LiveId" clId="{7E056024-0FA9-4565-95FE-0AFBB5226E74}" dt="2026-09-23T14:43:16.196" v="246"/>
          <ac:spMkLst>
            <pc:docMk/>
            <pc:sldMk cId="2720082691" sldId="281"/>
            <ac:spMk id="6" creationId="{743E9640-5F6F-4666-A1B0-9EBF917103DE}"/>
          </ac:spMkLst>
        </pc:spChg>
        <pc:spChg chg="add">
          <ac:chgData name="" userId="f782280a63dfc4ba" providerId="LiveId" clId="{7E056024-0FA9-4565-95FE-0AFBB5226E74}" dt="2026-09-23T14:35:43.448" v="19"/>
          <ac:spMkLst>
            <pc:docMk/>
            <pc:sldMk cId="2720082691" sldId="281"/>
            <ac:spMk id="7" creationId="{24DA533E-6D45-46D4-99EF-1BDE360F8FA2}"/>
          </ac:spMkLst>
        </pc:spChg>
        <pc:spChg chg="add">
          <ac:chgData name="" userId="f782280a63dfc4ba" providerId="LiveId" clId="{7E056024-0FA9-4565-95FE-0AFBB5226E74}" dt="2026-09-23T14:35:43.448" v="19"/>
          <ac:spMkLst>
            <pc:docMk/>
            <pc:sldMk cId="2720082691" sldId="281"/>
            <ac:spMk id="8" creationId="{A5C03096-E3E1-4300-A5DD-63A50844227A}"/>
          </ac:spMkLst>
        </pc:spChg>
        <pc:spChg chg="add">
          <ac:chgData name="" userId="f782280a63dfc4ba" providerId="LiveId" clId="{7E056024-0FA9-4565-95FE-0AFBB5226E74}" dt="2026-09-23T14:35:43.448" v="19"/>
          <ac:spMkLst>
            <pc:docMk/>
            <pc:sldMk cId="2720082691" sldId="281"/>
            <ac:spMk id="9" creationId="{EBF43064-835D-4A4F-AAC3-6B6F7BB5DFF1}"/>
          </ac:spMkLst>
        </pc:spChg>
        <pc:spChg chg="add">
          <ac:chgData name="" userId="f782280a63dfc4ba" providerId="LiveId" clId="{7E056024-0FA9-4565-95FE-0AFBB5226E74}" dt="2026-09-23T14:35:43.448" v="19"/>
          <ac:spMkLst>
            <pc:docMk/>
            <pc:sldMk cId="2720082691" sldId="281"/>
            <ac:spMk id="10" creationId="{0D8418FE-B4CF-4D6F-99EB-B6203E7E2938}"/>
          </ac:spMkLst>
        </pc:spChg>
        <pc:spChg chg="add mod">
          <ac:chgData name="" userId="f782280a63dfc4ba" providerId="LiveId" clId="{7E056024-0FA9-4565-95FE-0AFBB5226E74}" dt="2026-09-23T14:37:01.109" v="155" actId="20577"/>
          <ac:spMkLst>
            <pc:docMk/>
            <pc:sldMk cId="2720082691" sldId="281"/>
            <ac:spMk id="11" creationId="{727E5674-76AD-4833-8008-A20022EACD97}"/>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manualLayout>
          <c:layoutTarget val="inner"/>
          <c:xMode val="edge"/>
          <c:yMode val="edge"/>
          <c:x val="5.6648823054924094E-2"/>
          <c:y val="0.15933282190384584"/>
          <c:w val="0.93986594862579109"/>
          <c:h val="0.75707411573553307"/>
        </c:manualLayout>
      </c:layout>
      <c:barChart>
        <c:barDir val="col"/>
        <c:grouping val="clustered"/>
        <c:varyColors val="1"/>
        <c:ser>
          <c:idx val="0"/>
          <c:order val="0"/>
          <c:tx>
            <c:strRef>
              <c:f>Sheet1!$B$1</c:f>
              <c:strCache>
                <c:ptCount val="1"/>
                <c:pt idx="0">
                  <c:v>Accuracy (%)</c:v>
                </c:pt>
              </c:strCache>
            </c:strRef>
          </c:tx>
          <c:invertIfNegative val="1"/>
          <c:dLbls>
            <c:numFmt formatCode="0.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SVM</c:v>
                </c:pt>
                <c:pt idx="1">
                  <c:v>Logistic Regression</c:v>
                </c:pt>
                <c:pt idx="2">
                  <c:v>Naive Bayes</c:v>
                </c:pt>
              </c:strCache>
            </c:strRef>
          </c:cat>
          <c:val>
            <c:numRef>
              <c:f>Sheet1!$B$2:$B$4</c:f>
              <c:numCache>
                <c:formatCode>General</c:formatCode>
                <c:ptCount val="3"/>
                <c:pt idx="0">
                  <c:v>95.83</c:v>
                </c:pt>
                <c:pt idx="1">
                  <c:v>81.25</c:v>
                </c:pt>
                <c:pt idx="2">
                  <c:v>77.08</c:v>
                </c:pt>
              </c:numCache>
            </c:numRef>
          </c:val>
          <c:extLst>
            <c:ext xmlns:c16="http://schemas.microsoft.com/office/drawing/2014/chart" uri="{C3380CC4-5D6E-409C-BE32-E72D297353CC}">
              <c16:uniqueId val="{00000000-7665-43E9-B7F2-2EF5CA166CA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500">
                <a:latin typeface="Times New Roman"/>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numFmt formatCode="General" sourceLinked="1"/>
        <c:majorTickMark val="out"/>
        <c:minorTickMark val="none"/>
        <c:tickLblPos val="nextTo"/>
        <c:txPr>
          <a:bodyPr/>
          <a:lstStyle/>
          <a:p>
            <a:pPr>
              <a:defRPr sz="1300">
                <a:latin typeface="Times New Roman"/>
              </a:defRPr>
            </a:pPr>
            <a:endParaRPr lang="en-US"/>
          </a:p>
        </c:txPr>
        <c:crossAx val="-2068027336"/>
        <c:crosses val="autoZero"/>
        <c:crossBetween val="between"/>
        <c:majorUnit val="20"/>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EB542-D87F-482D-A7FF-4601A0EF413B}" type="datetimeFigureOut">
              <a:rPr lang="en-US" smtClean="0"/>
              <a:t>24-Sep-26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B07B5-2230-4BA0-B62F-6320918FF3D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05-02-2025 </a:t>
            </a:r>
          </a:p>
        </p:txBody>
      </p:sp>
      <p:sp>
        <p:nvSpPr>
          <p:cNvPr id="8" name="Footer Placeholder 7"/>
          <p:cNvSpPr>
            <a:spLocks noGrp="1"/>
          </p:cNvSpPr>
          <p:nvPr>
            <p:ph type="ftr" sz="quarter" idx="11"/>
          </p:nvPr>
        </p:nvSpPr>
        <p:spPr/>
        <p:txBody>
          <a:bodyPr/>
          <a:lstStyle/>
          <a:p>
            <a:r>
              <a:rPr lang="en-US"/>
              <a:t>Faculty of Engineering and Technology</a:t>
            </a:r>
          </a:p>
        </p:txBody>
      </p:sp>
      <p:sp>
        <p:nvSpPr>
          <p:cNvPr id="9" name="Slide Number Placeholder 8"/>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05-02-2025 </a:t>
            </a:r>
          </a:p>
        </p:txBody>
      </p:sp>
      <p:sp>
        <p:nvSpPr>
          <p:cNvPr id="4" name="Footer Placeholder 3"/>
          <p:cNvSpPr>
            <a:spLocks noGrp="1"/>
          </p:cNvSpPr>
          <p:nvPr>
            <p:ph type="ftr" sz="quarter" idx="11"/>
          </p:nvPr>
        </p:nvSpPr>
        <p:spPr/>
        <p:txBody>
          <a:bodyPr/>
          <a:lstStyle/>
          <a:p>
            <a:r>
              <a:rPr lang="en-US"/>
              <a:t>Faculty of Engineering and Technology</a:t>
            </a:r>
          </a:p>
        </p:txBody>
      </p:sp>
      <p:sp>
        <p:nvSpPr>
          <p:cNvPr id="5" name="Slide Number Placeholder 4"/>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05-02-2025 </a:t>
            </a:r>
          </a:p>
        </p:txBody>
      </p:sp>
      <p:sp>
        <p:nvSpPr>
          <p:cNvPr id="3" name="Footer Placeholder 2"/>
          <p:cNvSpPr>
            <a:spLocks noGrp="1"/>
          </p:cNvSpPr>
          <p:nvPr>
            <p:ph type="ftr" sz="quarter" idx="11"/>
          </p:nvPr>
        </p:nvSpPr>
        <p:spPr/>
        <p:txBody>
          <a:bodyPr/>
          <a:lstStyle/>
          <a:p>
            <a:r>
              <a:rPr lang="en-US"/>
              <a:t>Faculty of Engineering and Technology</a:t>
            </a:r>
          </a:p>
        </p:txBody>
      </p:sp>
      <p:sp>
        <p:nvSpPr>
          <p:cNvPr id="4" name="Slide Number Placeholder 3"/>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05-02-2025 </a:t>
            </a:r>
          </a:p>
        </p:txBody>
      </p:sp>
      <p:sp>
        <p:nvSpPr>
          <p:cNvPr id="8" name="Footer Placeholder 7"/>
          <p:cNvSpPr>
            <a:spLocks noGrp="1"/>
          </p:cNvSpPr>
          <p:nvPr>
            <p:ph type="ftr" sz="quarter" idx="11"/>
          </p:nvPr>
        </p:nvSpPr>
        <p:spPr/>
        <p:txBody>
          <a:bodyPr/>
          <a:lstStyle/>
          <a:p>
            <a:r>
              <a:rPr lang="en-US"/>
              <a:t>Faculty of Engineering and Technology</a:t>
            </a:r>
          </a:p>
        </p:txBody>
      </p:sp>
      <p:sp>
        <p:nvSpPr>
          <p:cNvPr id="9" name="Slide Number Placeholder 8"/>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05-02-2025 </a:t>
            </a:r>
          </a:p>
        </p:txBody>
      </p:sp>
      <p:sp>
        <p:nvSpPr>
          <p:cNvPr id="4" name="Footer Placeholder 3"/>
          <p:cNvSpPr>
            <a:spLocks noGrp="1"/>
          </p:cNvSpPr>
          <p:nvPr>
            <p:ph type="ftr" sz="quarter" idx="11"/>
          </p:nvPr>
        </p:nvSpPr>
        <p:spPr/>
        <p:txBody>
          <a:bodyPr/>
          <a:lstStyle/>
          <a:p>
            <a:r>
              <a:rPr lang="en-US"/>
              <a:t>Faculty of Engineering and Technology</a:t>
            </a:r>
          </a:p>
        </p:txBody>
      </p:sp>
      <p:sp>
        <p:nvSpPr>
          <p:cNvPr id="5" name="Slide Number Placeholder 4"/>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05-02-2025 </a:t>
            </a:r>
          </a:p>
        </p:txBody>
      </p:sp>
      <p:sp>
        <p:nvSpPr>
          <p:cNvPr id="3" name="Footer Placeholder 2"/>
          <p:cNvSpPr>
            <a:spLocks noGrp="1"/>
          </p:cNvSpPr>
          <p:nvPr>
            <p:ph type="ftr" sz="quarter" idx="11"/>
          </p:nvPr>
        </p:nvSpPr>
        <p:spPr/>
        <p:txBody>
          <a:bodyPr/>
          <a:lstStyle/>
          <a:p>
            <a:r>
              <a:rPr lang="en-US"/>
              <a:t>Faculty of Engineering and Technology</a:t>
            </a:r>
          </a:p>
        </p:txBody>
      </p:sp>
      <p:sp>
        <p:nvSpPr>
          <p:cNvPr id="4" name="Slide Number Placeholder 3"/>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05-02-2025 </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of Engineering and Technology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C911C-A319-4FC6-9017-944A3A3C776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05-02-2025 </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of Engineering and Technology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C911C-A319-4FC6-9017-944A3A3C776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92729F-90C8-4740-B86E-0F193A148C2E}"/>
              </a:ext>
            </a:extLst>
          </p:cNvPr>
          <p:cNvSpPr>
            <a:spLocks noGrp="1"/>
          </p:cNvSpPr>
          <p:nvPr>
            <p:ph type="dt" sz="half" idx="10"/>
          </p:nvPr>
        </p:nvSpPr>
        <p:spPr/>
        <p:txBody>
          <a:bodyPr/>
          <a:lstStyle/>
          <a:p>
            <a:r>
              <a:rPr lang="en-US"/>
              <a:t>05-02-2025 </a:t>
            </a:r>
          </a:p>
        </p:txBody>
      </p:sp>
      <p:sp>
        <p:nvSpPr>
          <p:cNvPr id="3" name="Right Triangle 2">
            <a:extLst>
              <a:ext uri="{FF2B5EF4-FFF2-40B4-BE49-F238E27FC236}">
                <a16:creationId xmlns:a16="http://schemas.microsoft.com/office/drawing/2014/main" id="{273D4E9E-E279-4AF8-87B5-8EF0AA691B75}"/>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01082DC-4171-40E7-8B6F-E91ED2CA4000}"/>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F26C2EE0-74D4-4F3D-A275-E522B01F074A}"/>
              </a:ext>
            </a:extLst>
          </p:cNvPr>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6" name="Title 1">
            <a:extLst>
              <a:ext uri="{FF2B5EF4-FFF2-40B4-BE49-F238E27FC236}">
                <a16:creationId xmlns:a16="http://schemas.microsoft.com/office/drawing/2014/main" id="{743E9640-5F6F-4666-A1B0-9EBF917103DE}"/>
              </a:ext>
            </a:extLst>
          </p:cNvPr>
          <p:cNvSpPr txBox="1">
            <a:spLocks/>
          </p:cNvSpPr>
          <p:nvPr/>
        </p:nvSpPr>
        <p:spPr>
          <a:xfrm>
            <a:off x="2353074" y="1338531"/>
            <a:ext cx="7948593" cy="206183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3200" b="1" dirty="0">
                <a:latin typeface="Times New Roman" panose="02020603050405020304" pitchFamily="18" charset="0"/>
                <a:cs typeface="Times New Roman" panose="02020603050405020304" pitchFamily="18" charset="0"/>
              </a:rPr>
              <a:t>B.TECH IN IT</a:t>
            </a:r>
            <a:br>
              <a:rPr lang="en-US" sz="3200" b="1" dirty="0">
                <a:latin typeface="Times New Roman" panose="02020603050405020304" pitchFamily="18" charset="0"/>
                <a:cs typeface="Times New Roman" panose="02020603050405020304" pitchFamily="18" charset="0"/>
              </a:rPr>
            </a:br>
            <a:r>
              <a:rPr lang="en-US" sz="3200" b="1" dirty="0">
                <a:solidFill>
                  <a:schemeClr val="tx2">
                    <a:lumMod val="75000"/>
                    <a:lumOff val="25000"/>
                  </a:schemeClr>
                </a:solidFill>
                <a:latin typeface="Times New Roman" panose="02020603050405020304" pitchFamily="18" charset="0"/>
                <a:cs typeface="Times New Roman" panose="02020603050405020304" pitchFamily="18" charset="0"/>
              </a:rPr>
              <a:t>“Legal Document Category Classification</a:t>
            </a:r>
            <a:r>
              <a:rPr lang="en-IN" sz="3200" b="1" dirty="0">
                <a:solidFill>
                  <a:schemeClr val="tx2">
                    <a:lumMod val="75000"/>
                    <a:lumOff val="25000"/>
                  </a:schemeClr>
                </a:solidFill>
                <a:latin typeface="Times New Roman" panose="02020603050405020304" pitchFamily="18" charset="0"/>
                <a:cs typeface="Times New Roman" panose="02020603050405020304" pitchFamily="18" charset="0"/>
              </a:rPr>
              <a:t>”</a:t>
            </a:r>
            <a:endParaRPr lang="en-US" sz="3200" b="1" dirty="0">
              <a:solidFill>
                <a:schemeClr val="tx2">
                  <a:lumMod val="75000"/>
                  <a:lumOff val="25000"/>
                </a:schemeClr>
              </a:solidFill>
              <a:latin typeface="Times New Roman" panose="02020603050405020304" pitchFamily="18" charset="0"/>
              <a:ea typeface="Calibri"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24DA533E-6D45-46D4-99EF-1BDE360F8FA2}"/>
              </a:ext>
            </a:extLst>
          </p:cNvPr>
          <p:cNvSpPr/>
          <p:nvPr/>
        </p:nvSpPr>
        <p:spPr>
          <a:xfrm>
            <a:off x="0" y="4317"/>
            <a:ext cx="12192000" cy="1122364"/>
          </a:xfrm>
          <a:prstGeom prst="rect">
            <a:avLst/>
          </a:prstGeom>
          <a:solidFill>
            <a:srgbClr val="5B1F1F"/>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A5C03096-E3E1-4300-A5DD-63A50844227A}"/>
              </a:ext>
            </a:extLst>
          </p:cNvPr>
          <p:cNvSpPr txBox="1"/>
          <p:nvPr/>
        </p:nvSpPr>
        <p:spPr>
          <a:xfrm>
            <a:off x="1604869" y="8589"/>
            <a:ext cx="8957188" cy="707886"/>
          </a:xfrm>
          <a:prstGeom prst="rect">
            <a:avLst/>
          </a:prstGeom>
          <a:noFill/>
        </p:spPr>
        <p:txBody>
          <a:bodyPr wrap="square">
            <a:spAutoFit/>
          </a:bodyPr>
          <a:lstStyle/>
          <a:p>
            <a:pPr algn="r"/>
            <a:r>
              <a:rPr lang="en-US" sz="4000" dirty="0">
                <a:solidFill>
                  <a:srgbClr val="CA9749"/>
                </a:solidFill>
                <a:latin typeface="Bodoni MT" panose="02070603080606020203" pitchFamily="18" charset="0"/>
                <a:cs typeface="Aldhabi" panose="020F0502020204030204" pitchFamily="2" charset="-78"/>
              </a:rPr>
              <a:t>RAI TECHNOLOGY UNIVERSITY </a:t>
            </a:r>
          </a:p>
        </p:txBody>
      </p:sp>
      <p:sp>
        <p:nvSpPr>
          <p:cNvPr id="9" name="TextBox 8">
            <a:extLst>
              <a:ext uri="{FF2B5EF4-FFF2-40B4-BE49-F238E27FC236}">
                <a16:creationId xmlns:a16="http://schemas.microsoft.com/office/drawing/2014/main" id="{EBF43064-835D-4A4F-AAC3-6B6F7BB5DFF1}"/>
              </a:ext>
            </a:extLst>
          </p:cNvPr>
          <p:cNvSpPr txBox="1"/>
          <p:nvPr/>
        </p:nvSpPr>
        <p:spPr>
          <a:xfrm>
            <a:off x="4881665" y="560790"/>
            <a:ext cx="2595716" cy="523220"/>
          </a:xfrm>
          <a:prstGeom prst="rect">
            <a:avLst/>
          </a:prstGeom>
          <a:noFill/>
        </p:spPr>
        <p:txBody>
          <a:bodyPr wrap="square">
            <a:spAutoFit/>
          </a:bodyPr>
          <a:lstStyle/>
          <a:p>
            <a:r>
              <a:rPr lang="en-US" sz="2800" dirty="0">
                <a:solidFill>
                  <a:srgbClr val="CA9749"/>
                </a:solidFill>
                <a:latin typeface="Bodoni MT" panose="02070603080606020203" pitchFamily="18" charset="0"/>
                <a:cs typeface="Aldhabi" panose="020F0502020204030204" pitchFamily="2" charset="-78"/>
              </a:rPr>
              <a:t>BANGALURU</a:t>
            </a:r>
            <a:endParaRPr lang="en-US" sz="2800" dirty="0"/>
          </a:p>
        </p:txBody>
      </p:sp>
      <p:sp>
        <p:nvSpPr>
          <p:cNvPr id="10" name="Rectangle 9">
            <a:extLst>
              <a:ext uri="{FF2B5EF4-FFF2-40B4-BE49-F238E27FC236}">
                <a16:creationId xmlns:a16="http://schemas.microsoft.com/office/drawing/2014/main" id="{0D8418FE-B4CF-4D6F-99EB-B6203E7E2938}"/>
              </a:ext>
            </a:extLst>
          </p:cNvPr>
          <p:cNvSpPr/>
          <p:nvPr/>
        </p:nvSpPr>
        <p:spPr>
          <a:xfrm rot="10800000">
            <a:off x="0" y="6292500"/>
            <a:ext cx="12192000" cy="59978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727E5674-76AD-4833-8008-A20022EACD97}"/>
              </a:ext>
            </a:extLst>
          </p:cNvPr>
          <p:cNvSpPr txBox="1"/>
          <p:nvPr/>
        </p:nvSpPr>
        <p:spPr>
          <a:xfrm>
            <a:off x="550505" y="3872851"/>
            <a:ext cx="11258037" cy="1477328"/>
          </a:xfrm>
          <a:prstGeom prst="rect">
            <a:avLst/>
          </a:prstGeom>
          <a:noFill/>
        </p:spPr>
        <p:txBody>
          <a:bodyPr wrap="square" rtlCol="0">
            <a:spAutoFit/>
          </a:bodyPr>
          <a:lstStyle/>
          <a:p>
            <a:r>
              <a:rPr lang="en-US" sz="2400" b="1" dirty="0">
                <a:solidFill>
                  <a:srgbClr val="C00000"/>
                </a:solidFill>
                <a:latin typeface="Times New Roman" panose="02020603050405020304" pitchFamily="18" charset="0"/>
                <a:cs typeface="Times New Roman" panose="02020603050405020304" pitchFamily="18" charset="0"/>
              </a:rPr>
              <a:t>Presented By:                                                                                            Submitted To:</a:t>
            </a:r>
          </a:p>
          <a:p>
            <a:r>
              <a:rPr lang="en-US" sz="2400" b="1" dirty="0">
                <a:solidFill>
                  <a:srgbClr val="C00000"/>
                </a:solidFill>
                <a:latin typeface="Times New Roman" panose="02020603050405020304" pitchFamily="18" charset="0"/>
                <a:cs typeface="Times New Roman" panose="02020603050405020304" pitchFamily="18" charset="0"/>
              </a:rPr>
              <a:t>ABHISHEK KRASHNA PANDRE                                                       Mr. Abhishek S           </a:t>
            </a:r>
          </a:p>
          <a:p>
            <a:r>
              <a:rPr lang="en-US" sz="2400" b="1" dirty="0">
                <a:solidFill>
                  <a:srgbClr val="C00000"/>
                </a:solidFill>
                <a:latin typeface="Times New Roman" panose="02020603050405020304" pitchFamily="18" charset="0"/>
                <a:cs typeface="Times New Roman" panose="02020603050405020304" pitchFamily="18" charset="0"/>
              </a:rPr>
              <a:t>RTU24101IT014							         Project Guide</a:t>
            </a:r>
          </a:p>
          <a:p>
            <a:endParaRPr lang="en-US" dirty="0"/>
          </a:p>
        </p:txBody>
      </p:sp>
    </p:spTree>
    <p:extLst>
      <p:ext uri="{BB962C8B-B14F-4D97-AF65-F5344CB8AC3E}">
        <p14:creationId xmlns:p14="http://schemas.microsoft.com/office/powerpoint/2010/main" val="2720082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E2DA7-D028-B371-75D2-9B910C17DD6D}"/>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9D852AB0-C24A-AA13-CFCF-6C65D1CCFFAC}"/>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6EA21AD-3AD3-5D2F-549E-BC5827DAF4BB}"/>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CEBD60-EA0E-8E3B-99B9-414B1EF12046}"/>
              </a:ext>
            </a:extLst>
          </p:cNvPr>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a:extLst>
              <a:ext uri="{FF2B5EF4-FFF2-40B4-BE49-F238E27FC236}">
                <a16:creationId xmlns:a16="http://schemas.microsoft.com/office/drawing/2014/main" id="{CD98C2D6-9C6D-3C93-1A16-331577C6A5BA}"/>
              </a:ext>
            </a:extLst>
          </p:cNvPr>
          <p:cNvSpPr/>
          <p:nvPr/>
        </p:nvSpPr>
        <p:spPr>
          <a:xfrm>
            <a:off x="0" y="47882"/>
            <a:ext cx="12192800" cy="646331"/>
          </a:xfrm>
          <a:prstGeom prst="rect">
            <a:avLst/>
          </a:prstGeom>
        </p:spPr>
        <p:txBody>
          <a:bodyPr wrap="square">
            <a:spAutoFit/>
          </a:bodyPr>
          <a:lstStyle/>
          <a:p>
            <a:pPr algn="ctr"/>
            <a:r>
              <a:rPr sz="3600" b="1">
                <a:solidFill>
                  <a:srgbClr val="C00000"/>
                </a:solidFill>
                <a:latin typeface="Times New Roman"/>
              </a:rPr>
              <a:t>CONTENT</a:t>
            </a:r>
          </a:p>
        </p:txBody>
      </p:sp>
      <p:sp>
        <p:nvSpPr>
          <p:cNvPr id="9" name="Rectangle 8">
            <a:extLst>
              <a:ext uri="{FF2B5EF4-FFF2-40B4-BE49-F238E27FC236}">
                <a16:creationId xmlns:a16="http://schemas.microsoft.com/office/drawing/2014/main" id="{89FA4375-32FA-D0AF-F7A9-9003AA57728E}"/>
              </a:ext>
            </a:extLst>
          </p:cNvPr>
          <p:cNvSpPr/>
          <p:nvPr/>
        </p:nvSpPr>
        <p:spPr>
          <a:xfrm>
            <a:off x="746448" y="998375"/>
            <a:ext cx="6044613" cy="4539191"/>
          </a:xfrm>
          <a:prstGeom prst="rect">
            <a:avLst/>
          </a:prstGeom>
        </p:spPr>
        <p:txBody>
          <a:bodyPr wrap="square">
            <a:spAutoFit/>
          </a:bodyPr>
          <a:lstStyle/>
          <a:p>
            <a:pPr algn="just">
              <a:lnSpc>
                <a:spcPct val="150000"/>
              </a:lnSpc>
              <a:buFont typeface="Wingdings" panose="05000000000000000000" pitchFamily="2" charset="2"/>
              <a:buChar char="Ø"/>
            </a:pPr>
            <a:r>
              <a:rPr sz="2700" b="0">
                <a:latin typeface="Times New Roman"/>
              </a:rPr>
              <a:t> Introduction
 Problem Statement
 Dataset &amp; Related Background
 Proposed Methodology
 System Development
 Model Performance
 Findings &amp; Conclusion</a:t>
            </a:r>
          </a:p>
        </p:txBody>
      </p:sp>
    </p:spTree>
    <p:extLst>
      <p:ext uri="{BB962C8B-B14F-4D97-AF65-F5344CB8AC3E}">
        <p14:creationId xmlns:p14="http://schemas.microsoft.com/office/powerpoint/2010/main" val="1184406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85192"/>
            <a:ext cx="12192800" cy="646331"/>
          </a:xfrm>
          <a:prstGeom prst="rect">
            <a:avLst/>
          </a:prstGeom>
        </p:spPr>
        <p:txBody>
          <a:bodyPr wrap="square">
            <a:spAutoFit/>
          </a:bodyPr>
          <a:lstStyle/>
          <a:p>
            <a:pPr algn="ctr"/>
            <a:r>
              <a:rPr sz="3600" b="1">
                <a:solidFill>
                  <a:srgbClr val="C00000"/>
                </a:solidFill>
                <a:latin typeface="Times New Roman"/>
              </a:rPr>
              <a:t>INTRODUCTION</a:t>
            </a:r>
          </a:p>
        </p:txBody>
      </p:sp>
      <p:sp>
        <p:nvSpPr>
          <p:cNvPr id="3" name="Text Box 2"/>
          <p:cNvSpPr txBox="1"/>
          <p:nvPr/>
        </p:nvSpPr>
        <p:spPr>
          <a:xfrm>
            <a:off x="668655" y="1395743"/>
            <a:ext cx="10854690" cy="4184015"/>
          </a:xfrm>
          <a:prstGeom prst="rect">
            <a:avLst/>
          </a:prstGeom>
          <a:noFill/>
        </p:spPr>
        <p:txBody>
          <a:bodyPr wrap="square" rtlCol="0">
            <a:noAutofit/>
          </a:bodyPr>
          <a:lstStyle/>
          <a:p>
            <a:pPr algn="just"/>
            <a:r>
              <a:rPr sz="2700" b="0">
                <a:latin typeface="Times New Roman"/>
              </a:rPr>
              <a:t>Legal documents contain large amounts of unstructured text that must be organized into meaningful categories. This project applies Natural Language Processing (NLP) and machine learning to automate legal document category classification. The implementation uses TF-IDF to convert text into numerical features and compares Linear SVM, Logistic Regression, and Multinomial Naive Bayes. A Streamlit application provides dataset exploration, model evaluation, confusion-matrix analysis, and new-document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01216"/>
            <a:ext cx="12192800" cy="1200329"/>
          </a:xfrm>
          <a:prstGeom prst="rect">
            <a:avLst/>
          </a:prstGeom>
        </p:spPr>
        <p:txBody>
          <a:bodyPr wrap="square">
            <a:spAutoFit/>
          </a:bodyPr>
          <a:lstStyle/>
          <a:p>
            <a:pPr algn="ctr"/>
            <a:r>
              <a:rPr sz="3600" b="1">
                <a:solidFill>
                  <a:srgbClr val="C00000"/>
                </a:solidFill>
                <a:latin typeface="Times New Roman"/>
              </a:rPr>
              <a:t>PROBLEM STATEMENT</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3" name="Text Box 2"/>
          <p:cNvSpPr txBox="1"/>
          <p:nvPr/>
        </p:nvSpPr>
        <p:spPr>
          <a:xfrm>
            <a:off x="767715" y="1601470"/>
            <a:ext cx="10587355" cy="4010025"/>
          </a:xfrm>
          <a:prstGeom prst="rect">
            <a:avLst/>
          </a:prstGeom>
          <a:noFill/>
        </p:spPr>
        <p:txBody>
          <a:bodyPr wrap="square" rtlCol="0">
            <a:noAutofit/>
          </a:bodyPr>
          <a:lstStyle/>
          <a:p>
            <a:pPr algn="just"/>
            <a:r>
              <a:rPr sz="2500" b="0">
                <a:latin typeface="Times New Roman"/>
              </a:rPr>
              <a:t>• Legal datasets contain documents from multiple categories such as Criminal, Contract, Civil, Tax Law and Intellectual Property.
• Manual categorization is time-consuming and difficult to scale.
• Legal text contains domain-specific terms, long sentences and overlapping vocabulary.
• An automated classifier should transform text into useful features and assign a suitable category.
• The project compares three supervised machine-learning models using the same TF-IDF representation.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01216"/>
            <a:ext cx="12192800" cy="645160"/>
          </a:xfrm>
          <a:prstGeom prst="rect">
            <a:avLst/>
          </a:prstGeom>
        </p:spPr>
        <p:txBody>
          <a:bodyPr wrap="square">
            <a:spAutoFit/>
          </a:bodyPr>
          <a:lstStyle/>
          <a:p>
            <a:pPr algn="ctr"/>
            <a:r>
              <a:rPr sz="3200" b="1">
                <a:solidFill>
                  <a:srgbClr val="C00000"/>
                </a:solidFill>
                <a:latin typeface="Times New Roman"/>
              </a:rPr>
              <a:t>DATASET &amp; RELATED BACKGROUND</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4" name="Text Box 3"/>
          <p:cNvSpPr txBox="1"/>
          <p:nvPr/>
        </p:nvSpPr>
        <p:spPr>
          <a:xfrm>
            <a:off x="1024255" y="1475105"/>
            <a:ext cx="9819640" cy="3907155"/>
          </a:xfrm>
          <a:prstGeom prst="rect">
            <a:avLst/>
          </a:prstGeom>
          <a:noFill/>
        </p:spPr>
        <p:txBody>
          <a:bodyPr wrap="square" rtlCol="0">
            <a:noAutofit/>
          </a:bodyPr>
          <a:lstStyle/>
          <a:p>
            <a:pPr marL="457200" indent="-457200" algn="just">
              <a:buFont typeface="Arial" panose="020B0604020202020204" pitchFamily="34" charset="0"/>
              <a:buChar char="•"/>
            </a:pPr>
            <a:r>
              <a:rPr sz="2400" b="0" dirty="0">
                <a:latin typeface="Times New Roman"/>
              </a:rPr>
              <a:t>Dataset: 240 legal documents with 3 columns — </a:t>
            </a:r>
            <a:r>
              <a:rPr sz="2400" b="0" dirty="0" err="1">
                <a:latin typeface="Times New Roman"/>
              </a:rPr>
              <a:t>document_id</a:t>
            </a:r>
            <a:r>
              <a:rPr sz="2400" b="0" dirty="0">
                <a:latin typeface="Times New Roman"/>
              </a:rPr>
              <a:t>, text and category</a:t>
            </a:r>
            <a:r>
              <a:rPr lang="en-IN" sz="2400" b="0" dirty="0">
                <a:latin typeface="Times New Roman"/>
              </a:rPr>
              <a:t>.</a:t>
            </a:r>
            <a:r>
              <a:rPr sz="2400" b="0" dirty="0">
                <a:latin typeface="Times New Roman"/>
              </a:rPr>
              <a:t>
After cleaning: 240 usable records remained. The dataset contains 15 legal categories; nine categories have 20 documents each and six categories have 10 documents each</a:t>
            </a:r>
            <a:r>
              <a:rPr lang="en-IN" sz="2400" b="0" dirty="0">
                <a:latin typeface="Times New Roman"/>
              </a:rPr>
              <a:t>.</a:t>
            </a:r>
            <a:r>
              <a:rPr sz="2400" b="0" dirty="0">
                <a:latin typeface="Times New Roman"/>
              </a:rPr>
              <a:t>
Text representation: TF-IDF with lowercase conversion, English stop-word removal, 1–2 word n-grams and a maximum of 10,000 features.
Models evaluated: Linear SVM, Logistic Regression and Multinomial Naive Bayes.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298022" y="395851"/>
            <a:ext cx="11019454" cy="1077218"/>
          </a:xfrm>
          <a:prstGeom prst="rect">
            <a:avLst/>
          </a:prstGeom>
        </p:spPr>
        <p:txBody>
          <a:bodyPr wrap="square">
            <a:spAutoFit/>
          </a:bodyPr>
          <a:lstStyle/>
          <a:p>
            <a:pPr algn="ctr"/>
            <a:r>
              <a:rPr sz="3400" b="1">
                <a:solidFill>
                  <a:srgbClr val="C00000"/>
                </a:solidFill>
                <a:latin typeface="Times New Roman"/>
              </a:rPr>
              <a:t>PROPOSED METHODOLOGY</a:t>
            </a:r>
            <a:endParaRPr lang="en-US" sz="3200" dirty="0">
              <a:solidFill>
                <a:srgbClr val="C00000"/>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6" name="Text Box 15"/>
          <p:cNvSpPr txBox="1"/>
          <p:nvPr/>
        </p:nvSpPr>
        <p:spPr>
          <a:xfrm>
            <a:off x="640481" y="1499142"/>
            <a:ext cx="11216640" cy="5662295"/>
          </a:xfrm>
          <a:prstGeom prst="rect">
            <a:avLst/>
          </a:prstGeom>
          <a:noFill/>
        </p:spPr>
        <p:txBody>
          <a:bodyPr wrap="square" rtlCol="0">
            <a:noAutofit/>
          </a:bodyPr>
          <a:lstStyle/>
          <a:p>
            <a:r>
              <a:rPr sz="2200" b="0">
                <a:latin typeface="Times New Roman"/>
              </a:rPr>
              <a:t>1. DATA CLEANING  →  Select text/category columns, remove missing values and blank text.
2. DATA SPLIT  →  Stratified 80:20 split: 192 training documents and 48 testing documents.
3. TF-IDF  →  Convert legal text into numerical features using unigram + bigram representation.
4. MODEL TRAINING  →  Train Linear SVM, Logistic Regression and Multinomial Naive Bayes.
5. EVALUATION  →  Compare accuracy and inspect classification reports/confusion matrix.
6. PREDICTION  →  Enter new legal text and classify it through the Streamlit interface.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4" name="Rectangle 13"/>
          <p:cNvSpPr/>
          <p:nvPr/>
        </p:nvSpPr>
        <p:spPr>
          <a:xfrm>
            <a:off x="0" y="810705"/>
            <a:ext cx="11355355" cy="569387"/>
          </a:xfrm>
          <a:prstGeom prst="rect">
            <a:avLst/>
          </a:prstGeom>
        </p:spPr>
        <p:txBody>
          <a:bodyPr wrap="square">
            <a:spAutoFit/>
          </a:bodyPr>
          <a:lstStyle/>
          <a:p>
            <a:pPr algn="ctr"/>
            <a:r>
              <a:rPr sz="3100" b="1" dirty="0">
                <a:solidFill>
                  <a:srgbClr val="C00000"/>
                </a:solidFill>
                <a:latin typeface="Times New Roman"/>
              </a:rPr>
              <a:t>SYSTEM DEVELOPMENT – STREAMLIT APPLICATION</a:t>
            </a:r>
          </a:p>
        </p:txBody>
      </p:sp>
      <p:sp>
        <p:nvSpPr>
          <p:cNvPr id="11" name="Text Box 10"/>
          <p:cNvSpPr txBox="1"/>
          <p:nvPr/>
        </p:nvSpPr>
        <p:spPr>
          <a:xfrm>
            <a:off x="836645" y="2337304"/>
            <a:ext cx="10977245" cy="5387975"/>
          </a:xfrm>
          <a:prstGeom prst="rect">
            <a:avLst/>
          </a:prstGeom>
          <a:noFill/>
        </p:spPr>
        <p:txBody>
          <a:bodyPr wrap="square" rtlCol="0">
            <a:noAutofit/>
          </a:bodyPr>
          <a:lstStyle/>
          <a:p>
            <a:pPr lvl="0" indent="0" algn="just">
              <a:buNone/>
            </a:pPr>
            <a:r>
              <a:rPr sz="2400" b="0">
                <a:latin typeface="Times New Roman"/>
              </a:rPr>
              <a:t>The implementation is provided as a Streamlit web application.
• Upload a legal-document CSV or load the project dataset.
• Display dataset shape, sample records and category distribution.
• Train the three TF-IDF-based classifiers and show their accuracy.
• Display classification reports and a confusion matrix for the selected model.
• Accept new legal-document text and show predictions from all three models.
• The interface uses a dark theme with a wide layout for clear presentation.</a:t>
            </a:r>
            <a:endParaRPr lang="en-US" altLang="en-US" sz="3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r>
              <a:rPr sz="2400" b="1">
                <a:latin typeface="Times New Roman"/>
              </a:rPr>
              <a:t>Accuracy on the 48-document test set</a:t>
            </a:r>
            <a:endParaRPr lang="en-US" b="1" dirty="0">
              <a:latin typeface="Calibri" pitchFamily="34" charset="0"/>
              <a:cs typeface="Calibri" pitchFamily="34" charset="0"/>
            </a:endParaRPr>
          </a:p>
        </p:txBody>
      </p:sp>
      <p:sp>
        <p:nvSpPr>
          <p:cNvPr id="10" name="Text 0"/>
          <p:cNvSpPr/>
          <p:nvPr/>
        </p:nvSpPr>
        <p:spPr>
          <a:xfrm>
            <a:off x="550545" y="254000"/>
            <a:ext cx="9678670" cy="2264410"/>
          </a:xfrm>
          <a:prstGeom prst="rect">
            <a:avLst/>
          </a:prstGeom>
          <a:noFill/>
        </p:spPr>
        <p:txBody>
          <a:bodyPr wrap="square" lIns="0" tIns="0" rIns="0" bIns="0" rtlCol="0" anchor="t"/>
          <a:lstStyle/>
          <a:p>
            <a:pPr marL="0" indent="0">
              <a:lnSpc>
                <a:spcPts val="5050"/>
              </a:lnSpc>
              <a:buNone/>
            </a:pPr>
            <a:r>
              <a:rPr sz="3400" b="1">
                <a:solidFill>
                  <a:srgbClr val="C00000"/>
                </a:solidFill>
                <a:latin typeface="Times New Roman"/>
              </a:rPr>
              <a:t>MODEL PERFORMANCE</a:t>
            </a:r>
          </a:p>
        </p:txBody>
      </p:sp>
      <p:graphicFrame>
        <p:nvGraphicFramePr>
          <p:cNvPr id="14" name="Chart 13"/>
          <p:cNvGraphicFramePr>
            <a:graphicFrameLocks noGrp="1"/>
          </p:cNvGraphicFramePr>
          <p:nvPr>
            <p:extLst>
              <p:ext uri="{D42A27DB-BD31-4B8C-83A1-F6EECF244321}">
                <p14:modId xmlns:p14="http://schemas.microsoft.com/office/powerpoint/2010/main" val="2249017814"/>
              </p:ext>
            </p:extLst>
          </p:nvPr>
        </p:nvGraphicFramePr>
        <p:xfrm>
          <a:off x="1522728" y="2432792"/>
          <a:ext cx="9204975" cy="332792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789817" y="1271192"/>
            <a:ext cx="10213107" cy="822789"/>
          </a:xfrm>
          <a:prstGeom prst="rect">
            <a:avLst/>
          </a:prstGeom>
          <a:noFill/>
        </p:spPr>
        <p:txBody>
          <a:bodyPr wrap="square" rtlCol="0">
            <a:spAutoFit/>
          </a:bodyPr>
          <a:lstStyle/>
          <a:p>
            <a:pPr algn="just">
              <a:lnSpc>
                <a:spcPct val="200000"/>
              </a:lnSpc>
            </a:pPr>
            <a:endParaRPr lang="en-US" sz="2800" b="1" dirty="0">
              <a:latin typeface="Times New Roman" panose="02020603050405020304" pitchFamily="18" charset="0"/>
              <a:cs typeface="Times New Roman" panose="02020603050405020304" pitchFamily="18" charset="0"/>
            </a:endParaRPr>
          </a:p>
        </p:txBody>
      </p:sp>
      <p:sp>
        <p:nvSpPr>
          <p:cNvPr id="14" name="Rectangle 13"/>
          <p:cNvSpPr/>
          <p:nvPr/>
        </p:nvSpPr>
        <p:spPr>
          <a:xfrm>
            <a:off x="-551305" y="427418"/>
            <a:ext cx="12192800" cy="645160"/>
          </a:xfrm>
          <a:prstGeom prst="rect">
            <a:avLst/>
          </a:prstGeom>
        </p:spPr>
        <p:txBody>
          <a:bodyPr wrap="square">
            <a:spAutoFit/>
          </a:bodyPr>
          <a:lstStyle/>
          <a:p>
            <a:pPr algn="ctr"/>
            <a:r>
              <a:rPr sz="3400" b="1">
                <a:solidFill>
                  <a:srgbClr val="C00000"/>
                </a:solidFill>
                <a:latin typeface="Times New Roman"/>
              </a:rPr>
              <a:t>FINDINGS &amp; CONCLUSION</a:t>
            </a:r>
            <a:endParaRPr lang="en-US" sz="3600" b="1" dirty="0">
              <a:solidFill>
                <a:srgbClr val="C00000"/>
              </a:solidFill>
              <a:latin typeface="Times New Roman" panose="02020603050405020304" pitchFamily="18" charset="0"/>
              <a:ea typeface="Calibri" pitchFamily="34" charset="0"/>
              <a:cs typeface="Times New Roman" panose="02020603050405020304" pitchFamily="18" charset="0"/>
            </a:endParaRPr>
          </a:p>
        </p:txBody>
      </p:sp>
      <p:sp>
        <p:nvSpPr>
          <p:cNvPr id="15" name="TextBox 14"/>
          <p:cNvSpPr txBox="1"/>
          <p:nvPr/>
        </p:nvSpPr>
        <p:spPr>
          <a:xfrm>
            <a:off x="777240" y="1417320"/>
            <a:ext cx="10607040" cy="4480560"/>
          </a:xfrm>
          <a:prstGeom prst="rect">
            <a:avLst/>
          </a:prstGeom>
          <a:noFill/>
        </p:spPr>
        <p:txBody>
          <a:bodyPr wrap="square">
            <a:spAutoFit/>
          </a:bodyPr>
          <a:lstStyle/>
          <a:p>
            <a:r>
              <a:rPr sz="2300" b="0">
                <a:latin typeface="Times New Roman"/>
              </a:rPr>
              <a:t>EXPERIMENTAL RESULTS
• Linear SVM accuracy: 95.83%
• Logistic Regression accuracy: 81.25%
• Multinomial Naive Bayes accuracy: 77.08%
PREDICTION EXAMPLE
A sample agreement containing contractual terms was classified as “Contract” by all three models.
CONCLUSION
The project demonstrates an end-to-end legal text classification pipeline: cleaning → TF-IDF → model training → evaluation → prediction. The same pipeline is exposed through Streamlit for interactive use.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rot="5400000">
            <a:off x="-3195486" y="3194681"/>
            <a:ext cx="6858000" cy="468638"/>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467833" y="3429000"/>
            <a:ext cx="11724167" cy="830997"/>
          </a:xfrm>
          <a:prstGeom prst="rect">
            <a:avLst/>
          </a:prstGeom>
          <a:solidFill>
            <a:srgbClr val="632523"/>
          </a:solidFill>
          <a:ln>
            <a:solidFill>
              <a:srgbClr val="63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518637" y="3429000"/>
            <a:ext cx="5622557" cy="830997"/>
          </a:xfrm>
          <a:prstGeom prst="rect">
            <a:avLst/>
          </a:prstGeom>
          <a:noFill/>
        </p:spPr>
        <p:txBody>
          <a:bodyPr wrap="square">
            <a:spAutoFit/>
          </a:bodyPr>
          <a:lstStyle/>
          <a:p>
            <a:pPr algn="ctr"/>
            <a:r>
              <a:rPr sz="4800" b="0" dirty="0">
                <a:latin typeface="Lucida Handwriting"/>
              </a:rPr>
              <a:t>Thank you</a:t>
            </a:r>
          </a:p>
        </p:txBody>
      </p:sp>
      <p:sp>
        <p:nvSpPr>
          <p:cNvPr id="13" name="Right Triangle 12"/>
          <p:cNvSpPr/>
          <p:nvPr/>
        </p:nvSpPr>
        <p:spPr>
          <a:xfrm rot="10800000">
            <a:off x="9813850"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B82D4B2-F0B0-4E18-9FD6-32B0E5E401AA}"/>
              </a:ext>
            </a:extLst>
          </p:cNvPr>
          <p:cNvSpPr/>
          <p:nvPr/>
        </p:nvSpPr>
        <p:spPr>
          <a:xfrm rot="5400000">
            <a:off x="-3194681" y="3194681"/>
            <a:ext cx="6858000" cy="468638"/>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91004EF-0E29-4DBE-B2FA-337008AADD53}"/>
              </a:ext>
            </a:extLst>
          </p:cNvPr>
          <p:cNvSpPr/>
          <p:nvPr/>
        </p:nvSpPr>
        <p:spPr>
          <a:xfrm>
            <a:off x="468638" y="3429000"/>
            <a:ext cx="11724167" cy="830997"/>
          </a:xfrm>
          <a:prstGeom prst="rect">
            <a:avLst/>
          </a:prstGeom>
          <a:solidFill>
            <a:srgbClr val="632523"/>
          </a:solidFill>
          <a:ln>
            <a:solidFill>
              <a:srgbClr val="63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C7A54E-2A02-426E-B610-73539AFF0BA6}"/>
              </a:ext>
            </a:extLst>
          </p:cNvPr>
          <p:cNvSpPr txBox="1"/>
          <p:nvPr/>
        </p:nvSpPr>
        <p:spPr>
          <a:xfrm>
            <a:off x="3519442" y="3429000"/>
            <a:ext cx="5622557" cy="830997"/>
          </a:xfrm>
          <a:prstGeom prst="rect">
            <a:avLst/>
          </a:prstGeom>
          <a:noFill/>
        </p:spPr>
        <p:txBody>
          <a:bodyPr wrap="square">
            <a:spAutoFit/>
          </a:bodyPr>
          <a:lstStyle/>
          <a:p>
            <a:pPr algn="ctr"/>
            <a:r>
              <a:rPr lang="en-US" sz="4800" dirty="0">
                <a:solidFill>
                  <a:srgbClr val="CA9749"/>
                </a:solidFill>
                <a:latin typeface="Lucida Handwriting" panose="03010101010101010101" pitchFamily="66" charset="0"/>
                <a:cs typeface="Cavolini" panose="020B0502040204020203" pitchFamily="66" charset="0"/>
              </a:rPr>
              <a:t>Thank you all</a:t>
            </a:r>
          </a:p>
        </p:txBody>
      </p:sp>
      <p:sp>
        <p:nvSpPr>
          <p:cNvPr id="15" name="Right Triangle 14">
            <a:extLst>
              <a:ext uri="{FF2B5EF4-FFF2-40B4-BE49-F238E27FC236}">
                <a16:creationId xmlns:a16="http://schemas.microsoft.com/office/drawing/2014/main" id="{1DF94238-CD24-4494-9BB3-A9CE801BB7E2}"/>
              </a:ext>
            </a:extLst>
          </p:cNvPr>
          <p:cNvSpPr/>
          <p:nvPr/>
        </p:nvSpPr>
        <p:spPr>
          <a:xfrm rot="10800000">
            <a:off x="9814655"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5879</TotalTime>
  <Words>633</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10</vt:i4>
      </vt:variant>
    </vt:vector>
  </HeadingPairs>
  <TitlesOfParts>
    <vt:vector size="22" baseType="lpstr">
      <vt:lpstr>Aldhabi</vt:lpstr>
      <vt:lpstr>Aptos</vt:lpstr>
      <vt:lpstr>Aptos Display</vt:lpstr>
      <vt:lpstr>Arial</vt:lpstr>
      <vt:lpstr>Bodoni MT</vt:lpstr>
      <vt:lpstr>Calibri</vt:lpstr>
      <vt:lpstr>Cavolini</vt:lpstr>
      <vt:lpstr>Lucida Handwriting</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Nagaraja, Bharath Kurki</dc:creator>
  <cp:lastModifiedBy>Abhishek Krashna Pandre</cp:lastModifiedBy>
  <cp:revision>157</cp:revision>
  <dcterms:created xsi:type="dcterms:W3CDTF">2025-02-06T04:22:54Z</dcterms:created>
  <dcterms:modified xsi:type="dcterms:W3CDTF">2026-09-24T07:39:54Z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A3D6310EA75265D81E39A46775E3BB78_43</vt:lpwstr>
  </property>
  <property fmtid="{D5CDD505-2E9C-101B-9397-08002B2CF9AE}" pid="3" name="KSOProductBuildVer">
    <vt:lpwstr>1033-6.11.0.8615</vt:lpwstr>
  </property>
</Properties>
</file>